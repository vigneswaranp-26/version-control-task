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igneshwaran P." initials="VP" lastIdx="1" clrIdx="0">
    <p:extLst>
      <p:ext uri="{19B8F6BF-5375-455C-9EA6-DF929625EA0E}">
        <p15:presenceInfo xmlns:p15="http://schemas.microsoft.com/office/powerpoint/2012/main" userId="S-1-5-21-2490862121-2293391956-2659005319-265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9-30T10:54:41.388" idx="1">
    <p:pos x="8075" y="2488"/>
    <p:text/>
    <p:extLst>
      <p:ext uri="{C676402C-5697-4E1C-873F-D02D1690AC5C}">
        <p15:threadingInfo xmlns:p15="http://schemas.microsoft.com/office/powerpoint/2012/main" timeZoneBias="-33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5992" y="2422493"/>
            <a:ext cx="8229600" cy="1143000"/>
          </a:xfrm>
        </p:spPr>
        <p:txBody>
          <a:bodyPr/>
          <a:lstStyle/>
          <a:p>
            <a:pPr algn="r"/>
            <a:r>
              <a:rPr dirty="0">
                <a:latin typeface="Georgia" panose="02040502050405020303" pitchFamily="18" charset="0"/>
              </a:rPr>
              <a:t>QA Document Version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0979" y="3864007"/>
            <a:ext cx="2639627" cy="1560250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§"/>
              <a:defRPr sz="2400"/>
            </a:pPr>
            <a:r>
              <a:rPr lang="en-IN" sz="2400" dirty="0"/>
              <a:t>Practice Project</a:t>
            </a:r>
          </a:p>
          <a:p>
            <a:pPr algn="just">
              <a:buFont typeface="Wingdings" panose="05000000000000000000" pitchFamily="2" charset="2"/>
              <a:buChar char="§"/>
              <a:defRPr sz="2400"/>
            </a:pPr>
            <a:r>
              <a:rPr lang="en-IN" sz="2400" dirty="0"/>
              <a:t>Version: 1.0</a:t>
            </a:r>
          </a:p>
          <a:p>
            <a:pPr marL="0" indent="0">
              <a:buNone/>
              <a:defRPr sz="2400"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4563" y="635833"/>
            <a:ext cx="8229600" cy="1143000"/>
          </a:xfrm>
        </p:spPr>
        <p:txBody>
          <a:bodyPr/>
          <a:lstStyle/>
          <a:p>
            <a:r>
              <a:rPr dirty="0">
                <a:latin typeface="Georgia" panose="02040502050405020303" pitchFamily="18" charset="0"/>
              </a:rP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6719" y="2141737"/>
            <a:ext cx="8229600" cy="4525963"/>
          </a:xfrm>
        </p:spPr>
        <p:txBody>
          <a:bodyPr/>
          <a:lstStyle/>
          <a:p>
            <a:pPr marL="457200" indent="-457200">
              <a:buFont typeface="+mj-lt"/>
              <a:buAutoNum type="alphaUcPeriod"/>
              <a:defRPr sz="2400"/>
            </a:pPr>
            <a:r>
              <a:rPr dirty="0"/>
              <a:t>Practice version control for QA documents.</a:t>
            </a:r>
          </a:p>
          <a:p>
            <a:pPr marL="457200" indent="-457200">
              <a:buFont typeface="+mj-lt"/>
              <a:buAutoNum type="alphaUcPeriod"/>
              <a:defRPr sz="2400"/>
            </a:pPr>
            <a:r>
              <a:rPr dirty="0"/>
              <a:t>Maintain different versions of documents.</a:t>
            </a:r>
          </a:p>
          <a:p>
            <a:pPr marL="457200" indent="-457200">
              <a:buFont typeface="+mj-lt"/>
              <a:buAutoNum type="alphaUcPeriod"/>
              <a:defRPr sz="2400"/>
            </a:pPr>
            <a:r>
              <a:rPr dirty="0"/>
              <a:t>Track modifications made to documents.</a:t>
            </a:r>
          </a:p>
          <a:p>
            <a:pPr marL="457200" indent="-457200">
              <a:buFont typeface="+mj-lt"/>
              <a:buAutoNum type="alphaUcPeriod"/>
              <a:defRPr sz="2400"/>
            </a:pPr>
            <a:r>
              <a:rPr dirty="0"/>
              <a:t>Retrieve previous versions when required.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856695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>
                <a:latin typeface="Georgia" panose="02040502050405020303" pitchFamily="18" charset="0"/>
              </a:rPr>
              <a:t>Documents Under Version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2622" y="2186126"/>
            <a:ext cx="8229600" cy="4525963"/>
          </a:xfrm>
        </p:spPr>
        <p:txBody>
          <a:bodyPr/>
          <a:lstStyle/>
          <a:p>
            <a:pPr marL="514350" indent="-514350" algn="ctr">
              <a:buFont typeface="+mj-lt"/>
              <a:buAutoNum type="romanLcPeriod"/>
              <a:defRPr sz="2400"/>
            </a:pPr>
            <a:r>
              <a:rPr lang="en-US" dirty="0"/>
              <a:t>   </a:t>
            </a:r>
            <a:r>
              <a:rPr dirty="0"/>
              <a:t>Word Document — QA Document</a:t>
            </a:r>
            <a:endParaRPr lang="en-IN" dirty="0"/>
          </a:p>
          <a:p>
            <a:pPr marL="514350" indent="-514350" algn="ctr">
              <a:buFont typeface="+mj-lt"/>
              <a:buAutoNum type="romanLcPeriod"/>
              <a:defRPr sz="2400"/>
            </a:pPr>
            <a:r>
              <a:rPr lang="en-IN" dirty="0"/>
              <a:t>Excel Document — QA Checklist</a:t>
            </a:r>
          </a:p>
          <a:p>
            <a:pPr marL="514350" indent="-514350" algn="ctr">
              <a:buFont typeface="+mj-lt"/>
              <a:buAutoNum type="romanLcPeriod"/>
              <a:defRPr sz="2400"/>
            </a:pPr>
            <a:r>
              <a:rPr dirty="0"/>
              <a:t>PowerPoint — QA Presentation</a:t>
            </a:r>
            <a:endParaRPr lang="en-US" dirty="0"/>
          </a:p>
          <a:p>
            <a:pPr marL="514350" indent="-514350" algn="ctr">
              <a:buFont typeface="+mj-lt"/>
              <a:buAutoNum type="romanLcPeriod"/>
              <a:defRPr sz="2400"/>
            </a:pPr>
            <a:r>
              <a:rPr dirty="0"/>
              <a:t>Initial Version: 1.0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33238" y="638623"/>
            <a:ext cx="8229600" cy="1143000"/>
          </a:xfrm>
        </p:spPr>
        <p:txBody>
          <a:bodyPr/>
          <a:lstStyle/>
          <a:p>
            <a:r>
              <a:rPr dirty="0">
                <a:latin typeface="Georgia" panose="02040502050405020303" pitchFamily="18" charset="0"/>
              </a:rPr>
              <a:t>Version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6101" y="2359241"/>
            <a:ext cx="8229600" cy="4525963"/>
          </a:xfrm>
        </p:spPr>
        <p:txBody>
          <a:bodyPr/>
          <a:lstStyle/>
          <a:p>
            <a:pPr marL="457200" indent="-457200">
              <a:buFont typeface="+mj-lt"/>
              <a:buAutoNum type="alphaLcParenR"/>
              <a:defRPr sz="2400"/>
            </a:pPr>
            <a:r>
              <a:rPr dirty="0"/>
              <a:t>1.0 — Initial version</a:t>
            </a:r>
          </a:p>
          <a:p>
            <a:pPr marL="457200" indent="-457200">
              <a:buFont typeface="+mj-lt"/>
              <a:buAutoNum type="alphaLcParenR"/>
              <a:defRPr sz="2400"/>
            </a:pPr>
            <a:r>
              <a:rPr dirty="0"/>
              <a:t>1.1 — Minor modification</a:t>
            </a:r>
          </a:p>
          <a:p>
            <a:pPr marL="457200" indent="-457200">
              <a:buFont typeface="+mj-lt"/>
              <a:buAutoNum type="alphaLcParenR"/>
              <a:defRPr sz="2400"/>
            </a:pPr>
            <a:r>
              <a:rPr dirty="0"/>
              <a:t>1.2 — Another minor modification</a:t>
            </a:r>
          </a:p>
          <a:p>
            <a:pPr marL="457200" indent="-457200">
              <a:buFont typeface="+mj-lt"/>
              <a:buAutoNum type="alphaLcParenR"/>
              <a:defRPr sz="2400"/>
            </a:pPr>
            <a:r>
              <a:rPr dirty="0"/>
              <a:t>2.0 — Major modification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6707" y="514335"/>
            <a:ext cx="8229600" cy="1143000"/>
          </a:xfrm>
        </p:spPr>
        <p:txBody>
          <a:bodyPr/>
          <a:lstStyle/>
          <a:p>
            <a:r>
              <a:rPr dirty="0">
                <a:latin typeface="Georgia" panose="02040502050405020303" pitchFamily="18" charset="0"/>
              </a:rPr>
              <a:t>Modification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0882" y="2057399"/>
            <a:ext cx="8229600" cy="4525963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  <a:defRPr sz="2400"/>
            </a:pPr>
            <a:r>
              <a:rPr dirty="0"/>
              <a:t>Who made the change</a:t>
            </a:r>
          </a:p>
          <a:p>
            <a:pPr>
              <a:buFont typeface="Wingdings" panose="05000000000000000000" pitchFamily="2" charset="2"/>
              <a:buChar char="q"/>
              <a:defRPr sz="2400"/>
            </a:pPr>
            <a:r>
              <a:rPr dirty="0"/>
              <a:t>When the change was made</a:t>
            </a:r>
          </a:p>
          <a:p>
            <a:pPr>
              <a:buFont typeface="Wingdings" panose="05000000000000000000" pitchFamily="2" charset="2"/>
              <a:buChar char="q"/>
              <a:defRPr sz="2400"/>
            </a:pPr>
            <a:r>
              <a:rPr dirty="0"/>
              <a:t>What was changed</a:t>
            </a:r>
          </a:p>
          <a:p>
            <a:pPr>
              <a:buFont typeface="Wingdings" panose="05000000000000000000" pitchFamily="2" charset="2"/>
              <a:buChar char="q"/>
              <a:defRPr sz="2400"/>
            </a:pPr>
            <a:r>
              <a:rPr dirty="0"/>
              <a:t>Version number</a:t>
            </a:r>
          </a:p>
          <a:p>
            <a:pPr>
              <a:spcAft>
                <a:spcPts val="800"/>
              </a:spcAft>
              <a:defRPr sz="2400"/>
            </a:pPr>
            <a:endParaRPr dirty="0"/>
          </a:p>
          <a:p>
            <a:pPr marL="0" indent="0">
              <a:buNone/>
              <a:defRPr sz="2400"/>
            </a:pPr>
            <a:r>
              <a:rPr b="1" dirty="0"/>
              <a:t>Example: </a:t>
            </a:r>
            <a:r>
              <a:rPr dirty="0"/>
              <a:t>Version 1.1 — Modified by Vigneshwaran — Added Forgot Password requirement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523213"/>
            <a:ext cx="8229600" cy="1143000"/>
          </a:xfrm>
        </p:spPr>
        <p:txBody>
          <a:bodyPr/>
          <a:lstStyle/>
          <a:p>
            <a:r>
              <a:rPr lang="en-IN" dirty="0">
                <a:latin typeface="Georgia" panose="02040502050405020303" pitchFamily="18" charset="0"/>
              </a:rPr>
              <a:t>Previous Version Retrieval</a:t>
            </a:r>
            <a:endParaRPr dirty="0"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0074" y="1875407"/>
            <a:ext cx="8229600" cy="4525963"/>
          </a:xfrm>
        </p:spPr>
        <p:txBody>
          <a:bodyPr/>
          <a:lstStyle/>
          <a:p>
            <a:pPr marL="457200" indent="-457200">
              <a:buFont typeface="+mj-lt"/>
              <a:buAutoNum type="arabicPeriod"/>
              <a:defRPr sz="2400"/>
            </a:pPr>
            <a:r>
              <a:rPr dirty="0"/>
              <a:t>View previous versions.</a:t>
            </a:r>
          </a:p>
          <a:p>
            <a:pPr marL="457200" indent="-457200">
              <a:buFont typeface="+mj-lt"/>
              <a:buAutoNum type="arabicPeriod"/>
              <a:defRPr sz="2400"/>
            </a:pPr>
            <a:r>
              <a:rPr dirty="0"/>
              <a:t>Check what was changed.</a:t>
            </a:r>
          </a:p>
          <a:p>
            <a:pPr marL="457200" indent="-457200">
              <a:buFont typeface="+mj-lt"/>
              <a:buAutoNum type="arabicPeriod"/>
              <a:defRPr sz="2400"/>
            </a:pPr>
            <a:r>
              <a:rPr dirty="0"/>
              <a:t>Identify who made the change.</a:t>
            </a:r>
          </a:p>
          <a:p>
            <a:pPr marL="457200" indent="-457200">
              <a:buFont typeface="+mj-lt"/>
              <a:buAutoNum type="arabicPeriod"/>
              <a:defRPr sz="2400"/>
            </a:pPr>
            <a:r>
              <a:rPr dirty="0"/>
              <a:t>Retrieve an older version when required.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5989" y="492140"/>
            <a:ext cx="8229600" cy="1143000"/>
          </a:xfrm>
        </p:spPr>
        <p:txBody>
          <a:bodyPr/>
          <a:lstStyle/>
          <a:p>
            <a:r>
              <a:rPr dirty="0">
                <a:latin typeface="Georgia" panose="02040502050405020303" pitchFamily="18" charset="0"/>
              </a:rPr>
              <a:t>Practice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7519" y="1839897"/>
            <a:ext cx="8229600" cy="4525963"/>
          </a:xfrm>
        </p:spPr>
        <p:txBody>
          <a:bodyPr/>
          <a:lstStyle/>
          <a:p>
            <a:pPr>
              <a:defRPr sz="2400"/>
            </a:pPr>
            <a:r>
              <a:rPr dirty="0"/>
              <a:t>Create Version 1.0</a:t>
            </a:r>
          </a:p>
          <a:p>
            <a:pPr marL="0" indent="0">
              <a:buNone/>
              <a:defRPr sz="2400"/>
            </a:pPr>
            <a:r>
              <a:rPr lang="en-US" dirty="0"/>
              <a:t>                  </a:t>
            </a:r>
            <a:r>
              <a:rPr dirty="0"/>
              <a:t>↓</a:t>
            </a:r>
          </a:p>
          <a:p>
            <a:pPr>
              <a:defRPr sz="2400"/>
            </a:pPr>
            <a:r>
              <a:rPr dirty="0"/>
              <a:t>Make a small change → Version 1.1</a:t>
            </a:r>
          </a:p>
          <a:p>
            <a:pPr marL="0" indent="0">
              <a:buNone/>
              <a:defRPr sz="2400"/>
            </a:pPr>
            <a:r>
              <a:rPr lang="en-US" dirty="0"/>
              <a:t>                  </a:t>
            </a:r>
            <a:r>
              <a:rPr dirty="0"/>
              <a:t>↓</a:t>
            </a:r>
          </a:p>
          <a:p>
            <a:pPr>
              <a:defRPr sz="2400"/>
            </a:pPr>
            <a:r>
              <a:rPr dirty="0"/>
              <a:t>Make another change → Version 1.2</a:t>
            </a:r>
          </a:p>
          <a:p>
            <a:pPr marL="0" indent="0">
              <a:buNone/>
              <a:defRPr sz="2400"/>
            </a:pPr>
            <a:r>
              <a:rPr lang="en-US" dirty="0"/>
              <a:t>                  </a:t>
            </a:r>
            <a:r>
              <a:rPr dirty="0"/>
              <a:t>↓</a:t>
            </a:r>
          </a:p>
          <a:p>
            <a:pPr>
              <a:defRPr sz="2400"/>
            </a:pPr>
            <a:r>
              <a:rPr dirty="0"/>
              <a:t>Check Version History</a:t>
            </a:r>
          </a:p>
          <a:p>
            <a:pPr marL="0" indent="0">
              <a:buNone/>
              <a:defRPr sz="2400"/>
            </a:pPr>
            <a:r>
              <a:rPr lang="en-US" dirty="0"/>
              <a:t>                  </a:t>
            </a:r>
            <a:r>
              <a:rPr dirty="0"/>
              <a:t>↓</a:t>
            </a:r>
          </a:p>
          <a:p>
            <a:pPr>
              <a:defRPr sz="2400"/>
            </a:pPr>
            <a:r>
              <a:rPr dirty="0"/>
              <a:t>Retrieve Previous Version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164</Words>
  <Application>Microsoft Office PowerPoint</Application>
  <PresentationFormat>Widescreen</PresentationFormat>
  <Paragraphs>40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Georgia</vt:lpstr>
      <vt:lpstr>Wingdings</vt:lpstr>
      <vt:lpstr>Office Theme</vt:lpstr>
      <vt:lpstr>QA Document Version Control</vt:lpstr>
      <vt:lpstr>Project Objective</vt:lpstr>
      <vt:lpstr>Documents Under Version Control</vt:lpstr>
      <vt:lpstr>Version History</vt:lpstr>
      <vt:lpstr>Modification Information</vt:lpstr>
      <vt:lpstr>Previous Version Retrieval</vt:lpstr>
      <vt:lpstr>Practice Flow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Vigneshwaran P.</dc:creator>
  <cp:keywords/>
  <dc:description>generated using python-pptx</dc:description>
  <cp:lastModifiedBy>Vigneshwaran P.</cp:lastModifiedBy>
  <cp:revision>2</cp:revision>
  <dcterms:created xsi:type="dcterms:W3CDTF">2013-01-27T09:14:16Z</dcterms:created>
  <dcterms:modified xsi:type="dcterms:W3CDTF">2026-09-30T05:28:09Z</dcterms:modified>
  <cp:category/>
</cp:coreProperties>
</file>